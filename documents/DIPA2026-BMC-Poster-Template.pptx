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0045700" cx="141986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gKYM+81RnrkDSz9sXb4fzBQupC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587" y="-1587"/>
            <a:ext cx="14201775" cy="10048875"/>
          </a:xfrm>
          <a:custGeom>
            <a:rect b="b" l="l" r="r" t="t"/>
            <a:pathLst>
              <a:path extrusionOk="0" h="10048875" w="14201775">
                <a:moveTo>
                  <a:pt x="0" y="0"/>
                </a:moveTo>
                <a:lnTo>
                  <a:pt x="14201775" y="0"/>
                </a:lnTo>
                <a:lnTo>
                  <a:pt x="14201775" y="10048875"/>
                </a:lnTo>
                <a:lnTo>
                  <a:pt x="0" y="10048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6722913" y="565666"/>
            <a:ext cx="3644324" cy="119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i) reg ID</a:t>
            </a:r>
            <a:endParaRPr/>
          </a:p>
          <a:p>
            <a:pPr indent="0" lvl="0" marL="0" marR="0" rtl="0" algn="just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ii) Institution / company logo</a:t>
            </a:r>
            <a:endParaRPr/>
          </a:p>
          <a:p>
            <a:pPr indent="0" lvl="0" marL="0" marR="0" rtl="0" algn="just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iii) Category</a:t>
            </a:r>
            <a:endParaRPr/>
          </a:p>
          <a:p>
            <a:pPr indent="0" lvl="0" marL="0" marR="0" rtl="0" algn="just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iv) Name of all group members</a:t>
            </a:r>
            <a:endParaRPr/>
          </a:p>
          <a:p>
            <a:pPr indent="0" lvl="0" marL="0" marR="0" rtl="0" algn="just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the institution / company represented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0"/>
            <a:ext cx="14201775" cy="10048875"/>
          </a:xfrm>
          <a:custGeom>
            <a:rect b="b" l="l" r="r" t="t"/>
            <a:pathLst>
              <a:path extrusionOk="0" h="10048875" w="14201775">
                <a:moveTo>
                  <a:pt x="0" y="0"/>
                </a:moveTo>
                <a:lnTo>
                  <a:pt x="14201775" y="0"/>
                </a:lnTo>
                <a:lnTo>
                  <a:pt x="14201775" y="10048875"/>
                </a:lnTo>
                <a:lnTo>
                  <a:pt x="0" y="10048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